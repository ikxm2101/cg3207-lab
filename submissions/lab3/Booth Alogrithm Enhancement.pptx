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27" y="8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96FFF-87AB-5F46-1201-0E4A94513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4AB5A-2FDC-3AE5-774B-9025695B9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84FEA-4E45-03D2-F8B1-843B499B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1142-4482-4966-9739-3E745604A67C}" type="datetimeFigureOut">
              <a:rPr lang="en-SG" smtClean="0"/>
              <a:t>14/10/2024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47B5F-0570-95B4-AD2C-DE53C717F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3C2F8-1189-7BD3-7645-BD63EB285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E2C3-B5B8-41FB-954D-3CC017279D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9157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1569-F147-76E3-B068-37E8B1EFE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64FC1-31CA-A109-3A48-5B8EC1022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47BA4-C088-06B2-CD65-DC7F3ED2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1142-4482-4966-9739-3E745604A67C}" type="datetimeFigureOut">
              <a:rPr lang="en-SG" smtClean="0"/>
              <a:t>14/10/2024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F7DEF-25EA-3DE6-E028-9B8CD5F14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CB10C-B451-2D9C-AE48-893CF2BC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E2C3-B5B8-41FB-954D-3CC017279D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734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6728-4C3F-1BFB-DE24-2B36C149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F4200-41C0-8345-E9C2-EEAC539DB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301F1-55FA-E0CA-2B16-6CE5B25A9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1142-4482-4966-9739-3E745604A67C}" type="datetimeFigureOut">
              <a:rPr lang="en-SG" smtClean="0"/>
              <a:t>14/10/2024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A54B3-803C-DE5B-557C-71A51241D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57238-B4D2-6484-974D-91F8620BA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E2C3-B5B8-41FB-954D-3CC017279D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150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A0714-B2C1-975B-501C-2978A981C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C720F-63E9-8DB3-74DA-4D505E5E9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DB4C0-2C70-5E6E-854D-C9CAE2505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6F3BE-7F93-87FC-35E5-06B5D265A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1142-4482-4966-9739-3E745604A67C}" type="datetimeFigureOut">
              <a:rPr lang="en-SG" smtClean="0"/>
              <a:t>14/10/2024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C53EC-DFD8-E894-4650-DB1E4A6C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735DA-78D5-E04F-FF0B-6319B071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E2C3-B5B8-41FB-954D-3CC017279D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4894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61A94-B6B4-E8A4-7010-77F26429D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68A6F-D32B-51C8-B800-CE4403F86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041C3-57A8-C867-B44B-C0E0E6E70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19594-3095-644D-0786-1F060AA19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77E2C-4EC9-CDAF-54ED-4FD1F237D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6EBB91-E1DB-B66A-FC96-18AF24FD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1142-4482-4966-9739-3E745604A67C}" type="datetimeFigureOut">
              <a:rPr lang="en-SG" smtClean="0"/>
              <a:t>14/10/2024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130EC6-55B5-C06E-AEFE-B1832503F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54406A-5775-9DFA-5913-DC6FEA22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E2C3-B5B8-41FB-954D-3CC017279D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95898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08E1-16AB-6301-7509-D2459626D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6B296-30B9-89F4-61EE-2A62BE0E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1142-4482-4966-9739-3E745604A67C}" type="datetimeFigureOut">
              <a:rPr lang="en-SG" smtClean="0"/>
              <a:t>14/10/2024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E62F6-73B3-D584-8EAD-0C259D68B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226DD-B441-05DE-70D5-E89C6C96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E2C3-B5B8-41FB-954D-3CC017279D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2508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74067-A551-7352-9708-5A03318F1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1142-4482-4966-9739-3E745604A67C}" type="datetimeFigureOut">
              <a:rPr lang="en-SG" smtClean="0"/>
              <a:t>14/10/2024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4A87E0-7CB9-42B9-892A-9D23E545F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81B89-F4D8-71CB-81EE-835A8D968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E2C3-B5B8-41FB-954D-3CC017279D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83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4E744-BBB3-A158-C9C3-8969B8A9D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2CB34-377A-BA70-3816-06BC6D09D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7C073-C225-9336-F5A5-7B91E7074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4BD94-D02E-8DC1-4EC0-6005DA6FD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1142-4482-4966-9739-3E745604A67C}" type="datetimeFigureOut">
              <a:rPr lang="en-SG" smtClean="0"/>
              <a:t>14/10/2024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E3ECF-9E69-5EB7-5B68-DC66D290A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3BE37-F379-EA7E-9518-D643D772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E2C3-B5B8-41FB-954D-3CC017279D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04881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F097-3526-C426-402E-77762F222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12FADB-4F04-A057-7405-88A47C5EB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9FC73-00F3-C19F-0A7C-79D35C53F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5F337-58E3-7725-F89B-87FFE62B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1142-4482-4966-9739-3E745604A67C}" type="datetimeFigureOut">
              <a:rPr lang="en-SG" smtClean="0"/>
              <a:t>14/10/2024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0CBC1-335F-9736-ADFA-BEF15A4BF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D2371-AC0A-9021-58FB-8F3DD84BA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E2C3-B5B8-41FB-954D-3CC017279D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4390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A73BC-FFFE-9192-ABA4-157B6344F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11428C-EF1E-3651-C2D9-C406BE593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50FA6-64B2-8A0D-02B0-45D5A8AF2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1142-4482-4966-9739-3E745604A67C}" type="datetimeFigureOut">
              <a:rPr lang="en-SG" smtClean="0"/>
              <a:t>14/10/2024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21A64-60EF-FF28-D592-5B71BC90B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0730E-ADA6-C6DC-7FA3-05A2CD821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E2C3-B5B8-41FB-954D-3CC017279D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3378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B2523A-0BBF-1FAD-5230-DE640FF7A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4D713-F9CA-1EB8-14D5-06CA58A5E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47B28-3389-1752-DBDC-E9619444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1142-4482-4966-9739-3E745604A67C}" type="datetimeFigureOut">
              <a:rPr lang="en-SG" smtClean="0"/>
              <a:t>14/10/2024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F49-0EAE-1F95-B4B3-5EC5F5D5B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D59D8-D76B-2FAA-4EAF-6E1329B5C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E2C3-B5B8-41FB-954D-3CC017279D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734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15446-2AF8-F3B9-4A64-4BE240502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E1419-CDF6-DA72-2238-D37F4F0DA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3FA86-A954-D586-F2CD-229832325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61142-4482-4966-9739-3E745604A67C}" type="datetimeFigureOut">
              <a:rPr lang="en-SG" smtClean="0"/>
              <a:t>14/10/2024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B92EC-A118-6DE2-09BC-5212B39DE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FDE5C-1591-7750-525F-67A427DD0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22E2C3-B5B8-41FB-954D-3CC017279D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546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CEA2A-CEB7-FEB1-7515-D9ACA3EC09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Enhancement for Lab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AE44C-5B62-F94D-B3E5-3B3D01337D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/>
              <a:t>Group 20</a:t>
            </a:r>
          </a:p>
        </p:txBody>
      </p:sp>
    </p:spTree>
    <p:extLst>
      <p:ext uri="{BB962C8B-B14F-4D97-AF65-F5344CB8AC3E}">
        <p14:creationId xmlns:p14="http://schemas.microsoft.com/office/powerpoint/2010/main" val="727681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F5BC-3C78-667C-3F3C-7253E9B06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Booth’s Algorithm (Implementation)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DC814-54B4-80D9-3D13-10B1EE69C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dirty="0"/>
              <a:t>Check if it is unsigned or signed multiplication. Proceed only if it is a signed multiplication</a:t>
            </a:r>
          </a:p>
          <a:p>
            <a:pPr marL="514350" indent="-514350">
              <a:buAutoNum type="arabicParenR"/>
            </a:pPr>
            <a:r>
              <a:rPr lang="en-SG" dirty="0"/>
              <a:t>Initialise variables (A, S, P)</a:t>
            </a:r>
          </a:p>
          <a:p>
            <a:pPr marL="971550" lvl="1" indent="-514350">
              <a:buAutoNum type="arabicParenR"/>
            </a:pPr>
            <a:r>
              <a:rPr lang="en-SG" dirty="0"/>
              <a:t>A: Fill the most significant bits with the value of multiplicand and the remaining bit be filled with zero</a:t>
            </a:r>
          </a:p>
          <a:p>
            <a:pPr marL="971550" lvl="1" indent="-514350">
              <a:buAutoNum type="arabicParenR"/>
            </a:pPr>
            <a:r>
              <a:rPr lang="en-SG" dirty="0"/>
              <a:t>S: Fill the most significant bits with the value of – multiplicand and the remaining bit be filled with zero</a:t>
            </a:r>
          </a:p>
          <a:p>
            <a:pPr marL="971550" lvl="1" indent="-514350">
              <a:buAutoNum type="arabicParenR"/>
            </a:pPr>
            <a:r>
              <a:rPr lang="en-SG" dirty="0"/>
              <a:t>P: Fill the most significant X bits with zeros, append the value of the multiplier and fill the least significant bit with zero</a:t>
            </a:r>
          </a:p>
          <a:p>
            <a:pPr marL="514350" indent="-514350">
              <a:buAutoNum type="arabicParenR"/>
            </a:pPr>
            <a:r>
              <a:rPr lang="en-SG" dirty="0"/>
              <a:t>Determine the 2 least significant bits of P</a:t>
            </a:r>
          </a:p>
          <a:p>
            <a:pPr marL="971550" lvl="1" indent="-514350">
              <a:buAutoNum type="arabicParenR"/>
            </a:pPr>
            <a:r>
              <a:rPr lang="en-SG" dirty="0"/>
              <a:t>01: Find P + A	</a:t>
            </a:r>
          </a:p>
          <a:p>
            <a:pPr marL="971550" lvl="1" indent="-514350">
              <a:buAutoNum type="arabicParenR"/>
            </a:pPr>
            <a:r>
              <a:rPr lang="en-SG" dirty="0"/>
              <a:t>10: Find P + S</a:t>
            </a:r>
          </a:p>
          <a:p>
            <a:pPr marL="971550" lvl="1" indent="-514350">
              <a:buAutoNum type="arabicParenR"/>
            </a:pPr>
            <a:r>
              <a:rPr lang="en-SG" dirty="0"/>
              <a:t>00: Do nothing, use P directly in next step</a:t>
            </a:r>
          </a:p>
          <a:p>
            <a:pPr marL="971550" lvl="1" indent="-514350">
              <a:buAutoNum type="arabicParenR"/>
            </a:pPr>
            <a:r>
              <a:rPr lang="en-SG" dirty="0"/>
              <a:t>11: Do nothing, use P directly in next step</a:t>
            </a:r>
          </a:p>
        </p:txBody>
      </p:sp>
    </p:spTree>
    <p:extLst>
      <p:ext uri="{BB962C8B-B14F-4D97-AF65-F5344CB8AC3E}">
        <p14:creationId xmlns:p14="http://schemas.microsoft.com/office/powerpoint/2010/main" val="2372771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F5BC-3C78-667C-3F3C-7253E9B06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Booth’s Algorithm (Implementation)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DC814-54B4-80D9-3D13-10B1EE69C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4) Arithmetically shift the value obtained in the previous step by a single place to the right. Let P be now equal to this value</a:t>
            </a:r>
          </a:p>
          <a:p>
            <a:pPr marL="0" indent="0">
              <a:buNone/>
            </a:pPr>
            <a:r>
              <a:rPr lang="en-SG" dirty="0"/>
              <a:t>5) Repeat step 3 and 4 until they have been done “y” (number of bits in the multiplier) times</a:t>
            </a:r>
          </a:p>
          <a:p>
            <a:pPr marL="0" indent="0">
              <a:buNone/>
            </a:pPr>
            <a:r>
              <a:rPr lang="en-SG" dirty="0"/>
              <a:t>6) Drop the least significant bit from P. The answer is the product of the multiplier and multiplicand</a:t>
            </a:r>
          </a:p>
        </p:txBody>
      </p:sp>
    </p:spTree>
    <p:extLst>
      <p:ext uri="{BB962C8B-B14F-4D97-AF65-F5344CB8AC3E}">
        <p14:creationId xmlns:p14="http://schemas.microsoft.com/office/powerpoint/2010/main" val="3213145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F5BC-3C78-667C-3F3C-7253E9B06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Booth’s Algorithm (Evaluation)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DC814-54B4-80D9-3D13-10B1EE69C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Used to multiply signed binary integers in 2’s complement</a:t>
            </a:r>
          </a:p>
          <a:p>
            <a:r>
              <a:rPr lang="en-SG" dirty="0"/>
              <a:t>Able to do signed multiplication in 1 width cycle however, it requires 2*Width + 1 registers</a:t>
            </a:r>
          </a:p>
          <a:p>
            <a:r>
              <a:rPr lang="en-SG" dirty="0"/>
              <a:t>Requires additional muxes to differentiate signed and unsigned multiplication</a:t>
            </a:r>
          </a:p>
          <a:p>
            <a:r>
              <a:rPr lang="en-SG" dirty="0"/>
              <a:t>Hence, speeding up the multiplication process by reducing the number of steps required, at the exchange of using more registers</a:t>
            </a:r>
          </a:p>
        </p:txBody>
      </p:sp>
    </p:spTree>
    <p:extLst>
      <p:ext uri="{BB962C8B-B14F-4D97-AF65-F5344CB8AC3E}">
        <p14:creationId xmlns:p14="http://schemas.microsoft.com/office/powerpoint/2010/main" val="1279251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286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Enhancement for Lab 3</vt:lpstr>
      <vt:lpstr>Booth’s Algorithm (Implementation)</vt:lpstr>
      <vt:lpstr>Booth’s Algorithm (Implementation)</vt:lpstr>
      <vt:lpstr>Booth’s Algorithm (Evaluation)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Teoh Xu En</dc:creator>
  <cp:lastModifiedBy>Teoh Xu En</cp:lastModifiedBy>
  <cp:revision>7</cp:revision>
  <dcterms:created xsi:type="dcterms:W3CDTF">2024-10-14T11:53:00Z</dcterms:created>
  <dcterms:modified xsi:type="dcterms:W3CDTF">2024-10-14T12:44:45Z</dcterms:modified>
</cp:coreProperties>
</file>